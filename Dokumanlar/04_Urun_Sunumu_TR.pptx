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011680"/>
            <a:ext cx="5486400" cy="54864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dirty="0">
                <a:solidFill>
                  <a:srgbClr val="000000"/>
                </a:solidFill>
              </a:rPr>
              <a:t>🍳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D8CF"/>
                </a:solidFill>
              </a:rPr>
              <a:t>URUN SUNUMU ·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Pratik Tarifler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685800" y="3611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E8E2"/>
                </a:solidFill>
              </a:rPr>
              <a:t>Buzdolabini cek, yapay zeka ne pisirecegini soylesin.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85800" y="4297680"/>
            <a:ext cx="1097280" cy="64008"/>
          </a:xfrm>
          <a:prstGeom prst="rect">
            <a:avLst/>
          </a:prstGeom>
          <a:solidFill>
            <a:srgbClr val="F4A02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480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E0D9"/>
                </a:solidFill>
              </a:rPr>
              <a:t>Turkiye'nin ilk AI destekli akilli mutfak asistani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2500+ Tarif    ·    14 Mutfak    ·    13 Dil    ·    3 Akilli Mod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14328"/>
                </a:solidFill>
              </a:rPr>
              <a:t>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218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 gun sorulan bir soru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2371F"/>
                </a:solidFill>
              </a:rPr>
              <a:t>“Aksam ne pisirsem?”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256032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9260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😩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180F"/>
                </a:solidFill>
              </a:rPr>
              <a:t>Karar Yorgunlugu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43434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D6E5C"/>
                </a:solidFill>
              </a:rPr>
              <a:t>Her gun ne pisirilecegine karar vermek zihinsel yuk yaratir.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2697480"/>
            <a:ext cx="256032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29260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🗑️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611880" y="3794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180F"/>
                </a:solidFill>
              </a:rPr>
              <a:t>Gida Israfi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43434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D6E5C"/>
                </a:solidFill>
              </a:rPr>
              <a:t>Buzdolabindaki malzemeler kullanilmadan curuyup atilir.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697480"/>
            <a:ext cx="256032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29260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💸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00800" y="3794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180F"/>
                </a:solidFill>
              </a:rPr>
              <a:t>Gereksiz Harcama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46520" y="43434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D6E5C"/>
                </a:solidFill>
              </a:rPr>
              <a:t>Evde malzeme varken markete gidilir, fazla para harcanir.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06840" y="2697480"/>
            <a:ext cx="256032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06840" y="29260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🔍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189720" y="3794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180F"/>
                </a:solidFill>
              </a:rPr>
              <a:t>Zayif Arama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235440" y="43434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D6E5C"/>
                </a:solidFill>
              </a:rPr>
              <a:t>Tarif siteleri “elimde su var” mantigiyla arama yapamaz.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D6E5C"/>
                </a:solidFill>
              </a:rPr>
              <a:t>Sonuc: zaman kaybi, para kaybi ve milyonlarca ton gida israfi.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A024"/>
                </a:solidFill>
              </a:rPr>
              <a:t>COZUM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Pratik Tarifler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CCBE"/>
                </a:solidFill>
              </a:rPr>
              <a:t>Yapay zeka, buzdolabindaki malzemelerden yola cikarak sana ne pisirebilecegini soyler. Markete gitmeden, israf etmeden, akillica.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3291840" cy="3017520"/>
          </a:xfrm>
          <a:prstGeom prst="roundRect">
            <a:avLst>
              <a:gd name="adj" fmla="val 4242"/>
            </a:avLst>
          </a:prstGeom>
          <a:solidFill>
            <a:srgbClr val="2A2118"/>
          </a:solidFill>
          <a:ln w="12700">
            <a:solidFill>
              <a:srgbClr val="4A3A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3063240"/>
            <a:ext cx="914400" cy="914400"/>
          </a:xfrm>
          <a:prstGeom prst="ellipse">
            <a:avLst/>
          </a:prstGeom>
          <a:solidFill>
            <a:srgbClr val="E14328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0" y="3136392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05840" y="4114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024"/>
                </a:solidFill>
              </a:rPr>
              <a:t>Cek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46177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CCBE"/>
                </a:solidFill>
              </a:rPr>
              <a:t>Buzdolabi fotografini cek - AI 60+ malzemeyi tanisin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90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14328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480560" y="2743200"/>
            <a:ext cx="3291840" cy="3017520"/>
          </a:xfrm>
          <a:prstGeom prst="roundRect">
            <a:avLst>
              <a:gd name="adj" fmla="val 4242"/>
            </a:avLst>
          </a:prstGeom>
          <a:solidFill>
            <a:srgbClr val="2A2118"/>
          </a:solidFill>
          <a:ln w="12700">
            <a:solidFill>
              <a:srgbClr val="4A3A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3063240"/>
            <a:ext cx="914400" cy="914400"/>
          </a:xfrm>
          <a:prstGeom prst="ellipse">
            <a:avLst/>
          </a:prstGeom>
          <a:solidFill>
            <a:srgbClr val="E14328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0" y="3136392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63440" y="4114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024"/>
                </a:solidFill>
              </a:rPr>
              <a:t>Kesfet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00600" y="46177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CCBE"/>
                </a:solidFill>
              </a:rPr>
              <a:t>Niyetine uygun moddan sana ozel tarifler onerilsin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266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14328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138160" y="2743200"/>
            <a:ext cx="3291840" cy="3017520"/>
          </a:xfrm>
          <a:prstGeom prst="roundRect">
            <a:avLst>
              <a:gd name="adj" fmla="val 4242"/>
            </a:avLst>
          </a:prstGeom>
          <a:solidFill>
            <a:srgbClr val="2A2118"/>
          </a:solidFill>
          <a:ln w="12700">
            <a:solidFill>
              <a:srgbClr val="4A3A2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0" y="3063240"/>
            <a:ext cx="914400" cy="914400"/>
          </a:xfrm>
          <a:prstGeom prst="ellipse">
            <a:avLst/>
          </a:prstGeom>
          <a:solidFill>
            <a:srgbClr val="E14328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0" y="3136392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👨‍🍳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321040" y="4114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024"/>
                </a:solidFill>
              </a:rPr>
              <a:t>Pisir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58200" y="46177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CCBE"/>
                </a:solidFill>
              </a:rPr>
              <a:t>Pisirme modunda buyuk yazi ve sayacla rahatca pisir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024"/>
                </a:solidFill>
              </a:rPr>
              <a:t>Turkiye'nin ilk AI destekli mutfak asistani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14328"/>
                </a:solidFill>
              </a:rPr>
              <a:t>TEMEL OZELLIK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18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Akilli Kesif Modu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6E5C"/>
                </a:solidFill>
              </a:rPr>
              <a:t>Kullanicinin niyeti her zaman ayni degil - Pratik Tarifler uc moda sahip.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8813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33172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4A02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95728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🥘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057400" y="2313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D6E5C"/>
                </a:solidFill>
              </a:rPr>
              <a:t>MOD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57400" y="2560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8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Evdeki Kalanlarla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852160" y="235000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D6E5C"/>
                </a:solidFill>
              </a:rPr>
              <a:t>Buzdolabi fotografini cek. AI yalnizca tamami elinde olan tarifleri onerir. Sifir eksik, sifir israf.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108813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374904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3E8E5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813048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🛒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057400" y="37307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D6E5C"/>
                </a:solidFill>
              </a:rPr>
              <a:t>MOD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5740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8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1-2 Ek Malzemeyle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852160" y="376732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D6E5C"/>
                </a:solidFill>
              </a:rPr>
              <a:t>Eldekilere ek 1-3 malzemeye kadar tarifler. Eksikler ve tahmini fiyatlari gosterilir.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983480"/>
            <a:ext cx="108813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8680" y="51663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E14328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230368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🌍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2057400" y="51480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D6E5C"/>
                </a:solidFill>
              </a:rPr>
              <a:t>MOD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57400" y="5394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8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Sinirsiz Kesfet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852160" y="518464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D6E5C"/>
                </a:solidFill>
              </a:rPr>
              <a:t>2500 tariflik havuzda gez. Mutfak, ogun, diyet, sure filtreleriyle ara.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14328"/>
                </a:solidFill>
              </a:rPr>
              <a:t>KULLANIM AKISI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18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Buzdolabindan Sofraya</a:t>
            </a:r>
            <a:endParaRPr lang="en-US" sz="3600" dirty="0"/>
          </a:p>
        </p:txBody>
      </p:sp>
      <p:pic>
        <p:nvPicPr>
          <p:cNvPr id="4" name="Image 0" descr="/home/claude/docs/assets/v2_screen_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2066544" cy="4480560"/>
          </a:xfrm>
          <a:prstGeom prst="rect">
            <a:avLst/>
          </a:prstGeom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pic>
      <p:pic>
        <p:nvPicPr>
          <p:cNvPr id="5" name="Image 1" descr="/home/claude/docs/assets/v2_screen_0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1737360"/>
            <a:ext cx="2066544" cy="4480560"/>
          </a:xfrm>
          <a:prstGeom prst="rect">
            <a:avLst/>
          </a:prstGeom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5577840" y="1828800"/>
            <a:ext cx="594360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852160" y="2148840"/>
            <a:ext cx="502920" cy="502920"/>
          </a:xfrm>
          <a:prstGeom prst="ellipse">
            <a:avLst/>
          </a:prstGeom>
          <a:solidFill>
            <a:srgbClr val="E14328"/>
          </a:solidFill>
          <a:ln/>
        </p:spPr>
      </p:sp>
      <p:sp>
        <p:nvSpPr>
          <p:cNvPr id="8" name="Text 4"/>
          <p:cNvSpPr/>
          <p:nvPr/>
        </p:nvSpPr>
        <p:spPr>
          <a:xfrm>
            <a:off x="5852160" y="21671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53796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180F"/>
                </a:solidFill>
              </a:rPr>
              <a:t>Buzdolabini Cek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537960" y="244144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D6E5C"/>
                </a:solidFill>
              </a:rPr>
              <a:t>Dolabin fotografini cek. AI raflari tarayip 60+ malzeme turunu saniyeler icinde tanir.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852160" y="3474720"/>
            <a:ext cx="502920" cy="502920"/>
          </a:xfrm>
          <a:prstGeom prst="ellipse">
            <a:avLst/>
          </a:prstGeom>
          <a:solidFill>
            <a:srgbClr val="E14328"/>
          </a:solidFill>
          <a:ln/>
        </p:spPr>
      </p:sp>
      <p:sp>
        <p:nvSpPr>
          <p:cNvPr id="12" name="Text 8"/>
          <p:cNvSpPr/>
          <p:nvPr/>
        </p:nvSpPr>
        <p:spPr>
          <a:xfrm>
            <a:off x="5852160" y="34930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37960" y="3429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180F"/>
                </a:solidFill>
              </a:rPr>
              <a:t>Sonucu Onayla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37960" y="376732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D6E5C"/>
                </a:solidFill>
              </a:rPr>
              <a:t>Bulunan malzemeler chip olarak listelenir. Yanlisi kaldir, eksigi manuel ekle.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852160" y="4800600"/>
            <a:ext cx="502920" cy="502920"/>
          </a:xfrm>
          <a:prstGeom prst="ellipse">
            <a:avLst/>
          </a:prstGeom>
          <a:solidFill>
            <a:srgbClr val="E14328"/>
          </a:solidFill>
          <a:ln/>
        </p:spPr>
      </p:sp>
      <p:sp>
        <p:nvSpPr>
          <p:cNvPr id="16" name="Text 12"/>
          <p:cNvSpPr/>
          <p:nvPr/>
        </p:nvSpPr>
        <p:spPr>
          <a:xfrm>
            <a:off x="5852160" y="48188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537960" y="4754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180F"/>
                </a:solidFill>
              </a:rPr>
              <a:t>Tarifini Sec ve Pisir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537960" y="509320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D6E5C"/>
                </a:solidFill>
              </a:rPr>
              <a:t>Sana ozel tarifler aninda listelenir. Pisirme moduna gec, rahatca pisir.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14328"/>
                </a:solidFill>
              </a:rPr>
              <a:t>OZELLIK SETI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18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Eksiksiz Mutfak Asistani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F3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39696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📸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80F"/>
                </a:solidFill>
              </a:rPr>
              <a:t>AI Gorsel Tanima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6E5C"/>
                </a:solidFill>
              </a:rPr>
              <a:t>Buzdolabi fotografindan otomatik malzeme tespiti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10312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F3E0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139696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🛍️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2880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80F"/>
                </a:solidFill>
              </a:rPr>
              <a:t>Akilli Alisveris Listesi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3246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6E5C"/>
                </a:solidFill>
              </a:rPr>
              <a:t>Eksikleri tek listede topla, marketteyken takip et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10312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F3E0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139696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👨‍🍳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21040" y="2880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80F"/>
                </a:solidFill>
              </a:rPr>
              <a:t>Pisirme Modu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3246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6E5C"/>
                </a:solidFill>
              </a:rPr>
              <a:t>Buyuk yazi, otomatik sayac, sesli okuma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425196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F3E0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288536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4400" y="5029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80F"/>
                </a:solidFill>
              </a:rPr>
              <a:t>13 Dil Destegi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5394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6E5C"/>
                </a:solidFill>
              </a:rPr>
              <a:t>RTL destegiyle dunya capinda kullanim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43400" y="397764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425196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F3E0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4288536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🥗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617720" y="5029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80F"/>
                </a:solidFill>
              </a:rPr>
              <a:t>Diyet Filtreleri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17720" y="5394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6E5C"/>
                </a:solidFill>
              </a:rPr>
              <a:t>Vejetaryen, vegan, glutensiz kolayca filtrele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397764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21040" y="425196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F3E0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4288536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📴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321040" y="5029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80F"/>
                </a:solidFill>
              </a:rPr>
              <a:t>Cevrimdisi Erisim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21040" y="5394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6E5C"/>
                </a:solidFill>
              </a:rPr>
              <a:t>Favori tarifler internet olmadan erisilebilir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14328"/>
                </a:solidFill>
              </a:rPr>
              <a:t>HEDEF KITLE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18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Kimler Kullanir?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74720" cy="393192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2402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👩‍💼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180F"/>
                </a:solidFill>
              </a:rPr>
              <a:t>Calisan Ebeveyn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4328"/>
                </a:solidFill>
              </a:rPr>
              <a:t>25-45 yas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420624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D6E5C"/>
                </a:solidFill>
              </a:rPr>
              <a:t>Is cikisi hizli, pratik cozum ariyor. Aileye saglikli yemek yetistirmek istiyor ama zamani kisitli.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474720" cy="393192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43400" y="22402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🧑‍🎓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52628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180F"/>
                </a:solidFill>
              </a:rPr>
              <a:t>Ogrenci / Bekar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26280" y="3794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4328"/>
                </a:solidFill>
              </a:rPr>
              <a:t>20-35 yas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420624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D6E5C"/>
                </a:solidFill>
              </a:rPr>
              <a:t>Butcesi sinirli, israf istemiyor. Az malzemeyle pratik tarifler ariyor.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920240"/>
            <a:ext cx="3474720" cy="393192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46720" y="22402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🌍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822960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180F"/>
                </a:solidFill>
              </a:rPr>
              <a:t>Mutfak Meraklisi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0" y="3794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4328"/>
                </a:solidFill>
              </a:rPr>
              <a:t>Her yas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66760" y="420624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D6E5C"/>
                </a:solidFill>
              </a:rPr>
              <a:t>Yeni tatlar, dunya mutfaklari kesfetmeyi seviyor. Premium tariflere ilgi duyuyor.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14328"/>
                </a:solidFill>
              </a:rPr>
              <a:t>PAZAR FIRSATI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18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 Simdi?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E14328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0116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%64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E0D9"/>
                </a:solidFill>
              </a:rPr>
              <a:t>Tariflerin kolay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E0D9"/>
                </a:solidFill>
              </a:rPr>
              <a:t>seviyede olmasi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182880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E14328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20116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14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611880" y="27889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E0D9"/>
                </a:solidFill>
              </a:rPr>
              <a:t>Desteklenen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E0D9"/>
                </a:solidFill>
              </a:rPr>
              <a:t>dunya mutfagi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E14328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20116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~$50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400800" y="27889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E0D9"/>
                </a:solidFill>
              </a:rPr>
              <a:t>Aylik altyapi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E0D9"/>
                </a:solidFill>
              </a:rPr>
              <a:t>maliyeti (10K MAU)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06840" y="182880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E14328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20116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8x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189720" y="27889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E0D9"/>
                </a:solidFill>
              </a:rPr>
              <a:t>Hedeflenen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E0D9"/>
                </a:solidFill>
              </a:rPr>
              <a:t>LTV / CAC orani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0690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783080" y="4114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80F"/>
                </a:solidFill>
              </a:rPr>
              <a:t>AI Teknolojisi Olgunlasti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7091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D6E5C"/>
                </a:solidFill>
              </a:rPr>
              <a:t>Gorsel tanima teknolojisi artik mobil cihazlarda erisilebilir ve uygun maliyetli. Birkac yil once bu urun mumkun degildi.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3840480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40690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📉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315200" y="4114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80F"/>
                </a:solidFill>
              </a:rPr>
              <a:t>Gida Israfi Bilinci Artiyor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47091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D6E5C"/>
                </a:solidFill>
              </a:rPr>
              <a:t>Ekonomik baskilar nedeniyle tuketiciler gida israfini onlemeye her zamankinden daha istekli. Pratik Tarifler tam bu noktada.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14328"/>
                </a:solidFill>
              </a:rPr>
              <a:t>REKABET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18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Rakiplerden Ayrisma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560320"/>
                <a:gridCol w="2560320"/>
                <a:gridCol w="256032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Ozellik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8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Geleneksel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Tarif Siteleri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8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Yabanci AI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Uygulamalari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8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Pratik Tarifler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432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180F"/>
                          </a:solidFill>
                        </a:rPr>
                        <a:t>AI buzdolabi tarama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180F"/>
                          </a:solidFill>
                        </a:rPr>
                        <a:t>Yok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180F"/>
                          </a:solidFill>
                        </a:rPr>
                        <a:t>Var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180F"/>
                          </a:solidFill>
                        </a:rPr>
                        <a:t>Var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180F"/>
                          </a:solidFill>
                        </a:rPr>
                        <a:t>3 niyet bazli mod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180F"/>
                          </a:solidFill>
                        </a:rPr>
                        <a:t>Yok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180F"/>
                          </a:solidFill>
                        </a:rPr>
                        <a:t>Yok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180F"/>
                          </a:solidFill>
                        </a:rPr>
                        <a:t>Var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180F"/>
                          </a:solidFill>
                        </a:rPr>
                        <a:t>Turk mutfagi uzmanligi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180F"/>
                          </a:solidFill>
                        </a:rPr>
                        <a:t>Kismi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180F"/>
                          </a:solidFill>
                        </a:rPr>
                        <a:t>Zayif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180F"/>
                          </a:solidFill>
                        </a:rPr>
                        <a:t>Guclu (1077 tarif)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180F"/>
                          </a:solidFill>
                        </a:rPr>
                        <a:t>13 dil + RTL destegi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180F"/>
                          </a:solidFill>
                        </a:rPr>
                        <a:t>Kismi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180F"/>
                          </a:solidFill>
                        </a:rPr>
                        <a:t>Kismi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180F"/>
                          </a:solidFill>
                        </a:rPr>
                        <a:t>Var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180F"/>
                          </a:solidFill>
                        </a:rPr>
                        <a:t>Ucretsiz baslangic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180F"/>
                          </a:solidFill>
                        </a:rPr>
                        <a:t>Var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180F"/>
                          </a:solidFill>
                        </a:rPr>
                        <a:t>Genelde yok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180F"/>
                          </a:solidFill>
                        </a:rPr>
                        <a:t>Var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7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D6E5C"/>
                </a:solidFill>
              </a:rPr>
              <a:t>Pratik Tarifler, yerel mutfak uzmanligi ile global AI teknolojisini birlestiren tek urundur.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14328"/>
                </a:solidFill>
              </a:rPr>
              <a:t>IS MODELI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18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Freemium Fiyatlandirma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74720" cy="411480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F0E7D8"/>
            </a:solidFill>
            <a:prstDash val="solid"/>
          </a:ln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48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D6E5C"/>
                </a:solidFill>
              </a:rPr>
              <a:t>UCRETSIZ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143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TL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6E5C"/>
                </a:solidFill>
              </a:rPr>
              <a:t>sonsuza dek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356616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180F"/>
                </a:solidFill>
              </a:rPr>
              <a:t>Gunde 3 buzdolabi taramasi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180F"/>
                </a:solidFill>
              </a:rPr>
              <a:t>20 favori tarif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180F"/>
                </a:solidFill>
              </a:rPr>
              <a:t>Tum 3 mod erisimi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180F"/>
                </a:solidFill>
              </a:rPr>
              <a:t>1998 ucretsiz tarif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874520"/>
            <a:ext cx="3474720" cy="4114800"/>
          </a:xfrm>
          <a:prstGeom prst="roundRect">
            <a:avLst>
              <a:gd name="adj" fmla="val 3684"/>
            </a:avLst>
          </a:prstGeom>
          <a:solidFill>
            <a:srgbClr val="2A2118"/>
          </a:solidFill>
          <a:ln w="31750">
            <a:solidFill>
              <a:srgbClr val="F4A024"/>
            </a:solidFill>
            <a:prstDash val="solid"/>
          </a:ln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57800" y="169164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F4A024"/>
          </a:solidFill>
          <a:ln/>
        </p:spPr>
      </p:sp>
      <p:sp>
        <p:nvSpPr>
          <p:cNvPr id="11" name="Text 9"/>
          <p:cNvSpPr/>
          <p:nvPr/>
        </p:nvSpPr>
        <p:spPr>
          <a:xfrm>
            <a:off x="5257800" y="17099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EN POPULER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26280" y="2148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024"/>
                </a:solidFill>
              </a:rPr>
              <a:t>YILLIK PREMIUM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6280" y="2468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A0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399 TL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26280" y="3108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CCBE"/>
                </a:solidFill>
              </a:rPr>
              <a:t>yillik · ayda ~33 TL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9160" y="356616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Sinirsiz buzdolabi tarama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Sinirsiz favori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500+ premium tarif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Reklamsiz deneyim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Alisveris listesi disa aktarma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46720" y="1874520"/>
            <a:ext cx="3474720" cy="411480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F0E7D8"/>
            </a:solidFill>
            <a:prstDash val="solid"/>
          </a:ln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0" y="2148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D6E5C"/>
                </a:solidFill>
              </a:rPr>
              <a:t>AYLIK PREMIUM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0" y="2468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143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 TL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229600" y="3108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6E5C"/>
                </a:solidFill>
              </a:rPr>
              <a:t>aylik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0" y="356616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180F"/>
                </a:solidFill>
              </a:rPr>
              <a:t>Tum premium ozellikler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180F"/>
                </a:solidFill>
              </a:rPr>
              <a:t>Esnek - her ay yenilenir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180F"/>
                </a:solidFill>
              </a:rPr>
              <a:t>Istedigin zaman iptal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180F"/>
                </a:solidFill>
              </a:rPr>
              <a:t>7 gun ucretsiz deneme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14328"/>
                </a:solidFill>
              </a:rPr>
              <a:t>YOL HARITASI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18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Pazara Cikis Plani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280160" y="3291840"/>
            <a:ext cx="9601200" cy="0"/>
          </a:xfrm>
          <a:prstGeom prst="line">
            <a:avLst/>
          </a:prstGeom>
          <a:noFill/>
          <a:ln w="31750">
            <a:solidFill>
              <a:srgbClr val="E143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3063240"/>
            <a:ext cx="457200" cy="457200"/>
          </a:xfrm>
          <a:prstGeom prst="ellipse">
            <a:avLst/>
          </a:prstGeom>
          <a:solidFill>
            <a:srgbClr val="F4A024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69164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828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024"/>
                </a:solidFill>
              </a:rPr>
              <a:t>Hafta 1-2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80F"/>
                </a:solidFill>
              </a:rPr>
              <a:t>Icerik Uretimi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244144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6E5C"/>
                </a:solidFill>
              </a:rPr>
              <a:t>Gorsel batch pipeline + 12 dile ceviri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0" y="3063240"/>
            <a:ext cx="457200" cy="457200"/>
          </a:xfrm>
          <a:prstGeom prst="ellipse">
            <a:avLst/>
          </a:prstGeom>
          <a:solidFill>
            <a:srgbClr val="3E8E5A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361188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9476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8E5A"/>
                </a:solidFill>
              </a:rPr>
              <a:t>Hafta 3-4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94760" y="4023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80F"/>
                </a:solidFill>
              </a:rPr>
              <a:t>Beta Programi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94760" y="436168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6E5C"/>
                </a:solidFill>
              </a:rPr>
              <a:t>TestFlight ile 100 tester, bug ayiklama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086600" y="3063240"/>
            <a:ext cx="457200" cy="457200"/>
          </a:xfrm>
          <a:prstGeom prst="ellipse">
            <a:avLst/>
          </a:prstGeom>
          <a:solidFill>
            <a:srgbClr val="4A7A9C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69164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1828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A9C"/>
                </a:solidFill>
              </a:rPr>
              <a:t>Hafta 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80F"/>
                </a:solidFill>
              </a:rPr>
              <a:t>Magaza Yayini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44144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6E5C"/>
                </a:solidFill>
              </a:rPr>
              <a:t>App Store + Google Play onay sureci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784080" y="3063240"/>
            <a:ext cx="457200" cy="457200"/>
          </a:xfrm>
          <a:prstGeom prst="ellipse">
            <a:avLst/>
          </a:prstGeom>
          <a:solidFill>
            <a:srgbClr val="E14328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361188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2180F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8972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4328"/>
                </a:solidFill>
              </a:rPr>
              <a:t>Hafta 6+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89720" y="4023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80F"/>
                </a:solidFill>
              </a:rPr>
              <a:t>Lansman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89720" y="436168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6E5C"/>
                </a:solidFill>
              </a:rPr>
              <a:t>Pazarlama kampanyasi, buyume optimizasyonu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0080" y="5440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4328"/>
                </a:solidFill>
              </a:rPr>
              <a:t>Tahmini toplam pazara cikis suresi: 6 hafta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D6E5C"/>
                </a:solidFill>
              </a:rPr>
              <a:t>Ilk 30 gun hedefi:  10.000 indirme   ·   250 premium abone   ·   4.3+ puan ortalamasi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4960" y="9144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🍳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Mutfakta yapay zeka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cagi basliyor.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5661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A024"/>
                </a:solidFill>
              </a:rPr>
              <a:t>Pratik Tarifler - buzdolabindan sofraya, akillica.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108960" y="4389120"/>
            <a:ext cx="5943600" cy="914400"/>
          </a:xfrm>
          <a:prstGeom prst="roundRect">
            <a:avLst>
              <a:gd name="adj" fmla="val 50000"/>
            </a:avLst>
          </a:prstGeom>
          <a:solidFill>
            <a:srgbClr val="E14328"/>
          </a:solidFill>
          <a:ln/>
        </p:spPr>
      </p:sp>
      <p:sp>
        <p:nvSpPr>
          <p:cNvPr id="6" name="Text 4"/>
          <p:cNvSpPr/>
          <p:nvPr/>
        </p:nvSpPr>
        <p:spPr>
          <a:xfrm>
            <a:off x="3108960" y="45262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Urun production'a hazir · Pazara cikis: 6 hafta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9578"/>
                </a:solidFill>
              </a:rPr>
              <a:t>🌐  pratiktarifler.app        📧  destek@pratiktarifler.app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Pratik Tarifler - Urun Sunumu</dc:title>
  <dc:subject>PptxGenJS Presentation</dc:subject>
  <dc:creator>Pratik Tarifler</dc:creator>
  <cp:lastModifiedBy>Pratik Tarifler</cp:lastModifiedBy>
  <cp:revision>1</cp:revision>
  <dcterms:created xsi:type="dcterms:W3CDTF">2026-05-20T07:06:40Z</dcterms:created>
  <dcterms:modified xsi:type="dcterms:W3CDTF">2026-05-20T07:06:40Z</dcterms:modified>
</cp:coreProperties>
</file>