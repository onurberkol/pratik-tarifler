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000000"/>
                </a:solidFill>
              </a:rPr>
              <a:t>🍳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8CF"/>
                </a:solidFill>
              </a:rPr>
              <a:t>URUN SUNUMU ·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Gizem Tarif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E8E2"/>
                </a:solidFill>
              </a:rPr>
              <a:t>Buzdolabini cek, yapay zeka ne pisirecegini soylesin.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4297680"/>
            <a:ext cx="1097280" cy="64008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D9"/>
                </a:solidFill>
              </a:rPr>
              <a:t>Turkiye'nin ilk AI destekli akilli mutfak asistani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2500+ Tarif    ·    14 Mutfak    ·    13 Dil    ·    3 Akilli Mod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gun sorulan bir soru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2371F"/>
                </a:solidFill>
              </a:rPr>
              <a:t>“Aksam ne pisirsem?”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😩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Karar Yorgunlugu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Her gun ne pisirilecegine karar vermek zihinsel yuk yaratir.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🗑️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Gida Israfi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Buzdolabindaki malzemeler kullanilmadan curuyup atilir.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💸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Gereksiz Harcama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Evde malzeme varken markete gidilir, fazla para harcanir.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8972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Zayif Arama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544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Tarif siteleri “elimde su var” mantigiyla arama yapamaz.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6E5C"/>
                </a:solidFill>
              </a:rPr>
              <a:t>Sonuc: zaman kaybi, para kaybi ve milyonlarca ton gida israfi.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024"/>
                </a:solidFill>
              </a:rPr>
              <a:t>COZUM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Gizem Tarif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CBE"/>
                </a:solidFill>
              </a:rPr>
              <a:t>Yapay zeka, buzdolabindaki malzemelerden yola cikarak sana ne pisirebilecegini soyler. Markete gitmeden, israf etmeden, akillica.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2A2118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063240"/>
            <a:ext cx="914400" cy="91440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13639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4"/>
                </a:solidFill>
              </a:rPr>
              <a:t>Cek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CBE"/>
                </a:solidFill>
              </a:rPr>
              <a:t>Buzdolabi fotografini cek - AI 60+ malzemeyi tanisin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432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80560" y="274320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2A2118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3063240"/>
            <a:ext cx="914400" cy="91440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313639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4"/>
                </a:solidFill>
              </a:rPr>
              <a:t>Kesfet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CBE"/>
                </a:solidFill>
              </a:rPr>
              <a:t>Niyetine uygun moddan sana ozel tarifler onerilsin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432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38160" y="274320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2A2118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3063240"/>
            <a:ext cx="914400" cy="91440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313639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👨‍🍳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4"/>
                </a:solidFill>
              </a:rPr>
              <a:t>Pisir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CBE"/>
                </a:solidFill>
              </a:rPr>
              <a:t>Pisirme modunda buyuk yazi ve sayacla rahatca pisir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24"/>
                </a:solidFill>
              </a:rPr>
              <a:t>Turkiye'nin ilk AI destekli mutfak asistani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TEMEL OZELLIK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Akilli Kesif Modu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6E5C"/>
                </a:solidFill>
              </a:rPr>
              <a:t>Kullanicinin niyeti her zaman ayni degil - Gizem Tarif uc moda sahip.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4A02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🥘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5740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6E5C"/>
                </a:solidFill>
              </a:rPr>
              <a:t>MOD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Evdeki Kalanlarla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0" y="23500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6E5C"/>
                </a:solidFill>
              </a:rPr>
              <a:t>Buzdolabi fotografini cek. AI yalnizca tamami elinde olan tarifleri onerir. Sifir eksik, sifir israf.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7490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3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1304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🛒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057400" y="3730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6E5C"/>
                </a:solidFill>
              </a:rPr>
              <a:t>MOD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1-2 Ek Malzemeyle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852160" y="37673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6E5C"/>
                </a:solidFill>
              </a:rPr>
              <a:t>Eldekilere ek 1-3 malzemeye kadar tarifler. Eksikler ve tahmini fiyatlari gosterilir.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51663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1432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036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🌍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2057400" y="5148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6E5C"/>
                </a:solidFill>
              </a:rPr>
              <a:t>MOD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Sinirsiz Kesfet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852160" y="518464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6E5C"/>
                </a:solidFill>
              </a:rPr>
              <a:t>2500 tariflik havuzda gez. Mutfak, ogun, diyet, sure filtreleriyle ara.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KULLANIM AKISI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Buzdolabindan Sofraya</a:t>
            </a:r>
            <a:endParaRPr lang="en-US" sz="3600" dirty="0"/>
          </a:p>
        </p:txBody>
      </p:sp>
      <p:pic>
        <p:nvPicPr>
          <p:cNvPr id="4" name="Image 0" descr="/home/claude/docs/assets/v2_screen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066544" cy="448056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pic>
      <p:pic>
        <p:nvPicPr>
          <p:cNvPr id="5" name="Image 1" descr="/home/claude/docs/assets/v2_screen_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737360"/>
            <a:ext cx="2066544" cy="448056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577840" y="1828800"/>
            <a:ext cx="59436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852160" y="2148840"/>
            <a:ext cx="502920" cy="50292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8" name="Text 4"/>
          <p:cNvSpPr/>
          <p:nvPr/>
        </p:nvSpPr>
        <p:spPr>
          <a:xfrm>
            <a:off x="5852160" y="2167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80F"/>
                </a:solidFill>
              </a:rPr>
              <a:t>Buzdolabini Cek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37960" y="24414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Dolabin fotografini cek. AI raflari tarayip 60+ malzeme turunu saniyeler icinde tanir.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852160" y="3474720"/>
            <a:ext cx="502920" cy="50292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0" y="3493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80F"/>
                </a:solidFill>
              </a:rPr>
              <a:t>Sonucu Onayla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37673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Bulunan malzemeler chip olarak listelenir. Yanlisi kaldir, eksigi manuel ekle.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852160" y="4800600"/>
            <a:ext cx="502920" cy="50292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6" name="Text 12"/>
          <p:cNvSpPr/>
          <p:nvPr/>
        </p:nvSpPr>
        <p:spPr>
          <a:xfrm>
            <a:off x="5852160" y="4818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3796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80F"/>
                </a:solidFill>
              </a:rPr>
              <a:t>Tarifini Sec ve Pisir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37960" y="50932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Sana ozel tarifler aninda listelenir. Pisirme moduna gec, rahatca pisir.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OZELLIK SETI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Eksiksiz Mutfak Asistani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969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AI Gorsel Tanima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Buzdolabi fotografindan otomatik malzeme tespiti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3969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Akilli Alisveris Listesi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Eksikleri tek listede topla, marketteyken takip 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3969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Pisirme Modu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Buyuk yazi, otomatik sayac, sesli okuma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2519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885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13 Dil Destegi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RTL destegiyle dunya capinda kullanim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519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885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17720" y="5029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Diyet Filtreleri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Vejetaryen, vegan, glutensiz kolayca filtrele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519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885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📴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5029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Cevrimdisi Erisim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Favori tarifler internet olmadan erisilebilir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HEDEF KITLE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Kimler Kullanir?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9319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👩‍💼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80F"/>
                </a:solidFill>
              </a:rPr>
              <a:t>Calisan Ebeveyn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4328"/>
                </a:solidFill>
              </a:rPr>
              <a:t>25-45 yas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Is cikisi hizli, pratik cozum ariyor. Aileye saglikli yemek yetistirmek istiyor ama zamani kisitli.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39319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🧑‍🎓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262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80F"/>
                </a:solidFill>
              </a:rPr>
              <a:t>Ogrenci / Bekar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4328"/>
                </a:solidFill>
              </a:rPr>
              <a:t>20-35 yas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Butcesi sinirli, israf istemiyor. Az malzemeyle pratik tarifler ariyor.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74720" cy="39319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🌍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22960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80F"/>
                </a:solidFill>
              </a:rPr>
              <a:t>Mutfak Meraklisi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4328"/>
                </a:solidFill>
              </a:rPr>
              <a:t>Her yas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Yeni tatlar, dunya mutfaklari kesfetmeyi seviyor. Premium tariflere ilgi duyuyor.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PAZAR FIRSATI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Simdi?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%64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Tariflerin kolay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seviyede olmasi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1188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Desteklenen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dunya mutfagi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~$50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Aylik altyapi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maliyeti (10K MAU)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8x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8972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Hedeflenen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LTV / CAC orani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69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AI Teknolojisi Olgunlasti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Gorsel tanima teknolojisi artik mobil cihazlarda erisilebilir ve uygun maliyetli. Birkac yil once bu urun mumkun degildi.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069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Gida Israfi Bilinci Artiyor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Ekonomik baskilar nedeniyle tuketiciler gida israfini onlemeye her zamankinden daha istekli. Gizem Tarif tam bu noktada.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REKABET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Rakiplerden Ayrisma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560320"/>
                <a:gridCol w="25603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Ozellik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8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Geleneksel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Tarif Siteleri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8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Yabanci AI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Uygulamalari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8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Gizem Tarif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43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AI buzdolabi tarama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3 niyet bazli mod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Turk mutfagi uzmanligi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Kismi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Zayif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Guclu (1077 tarif)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13 dil + RTL destegi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Kismi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Kismi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Ucretsiz baslangic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Genelde 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6E5C"/>
                </a:solidFill>
              </a:rPr>
              <a:t>Gizem Tarif, yerel mutfak uzmanligi ile global AI teknolojisini birlestiren tek urundur.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IS MODELI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Fiyatlandirma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F0E7D8"/>
            </a:solidFill>
            <a:prstDash val="solid"/>
          </a:ln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6E5C"/>
                </a:solidFill>
              </a:rPr>
              <a:t>UCRETSIZ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43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TL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6E5C"/>
                </a:solidFill>
              </a:rPr>
              <a:t>sonsuza dek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Gunde 3 buzdolabi taramasi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20 favori tarif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Tum 3 mod erisimi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1998 ucretsiz tarif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2A2118"/>
          </a:solidFill>
          <a:ln w="31750">
            <a:solidFill>
              <a:srgbClr val="F4A024"/>
            </a:solidFill>
            <a:prstDash val="solid"/>
          </a:ln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16916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4A024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 POPULER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24"/>
                </a:solidFill>
              </a:rPr>
              <a:t>YILLIK PREMIUM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399 TL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262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CBE"/>
                </a:solidFill>
              </a:rPr>
              <a:t>yillik · ayda ~33 TL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35661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Sinirsiz buzdolabi tarama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Sinirsiz favori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500+ premium tarif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Reklamsiz deneyim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Alisveris listesi disa aktarma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F0E7D8"/>
            </a:solidFill>
            <a:prstDash val="solid"/>
          </a:ln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6E5C"/>
                </a:solidFill>
              </a:rPr>
              <a:t>AYLIK PREMIUM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43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 TL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2960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6E5C"/>
                </a:solidFill>
              </a:rPr>
              <a:t>aylik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35661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Tum premium ozellikler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Esnek - her ay yenilenir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Istedigin zaman iptal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7 gun ucretsiz deneme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YOL HARITASI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Pazara Cikis Plani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3291840"/>
            <a:ext cx="9601200" cy="0"/>
          </a:xfrm>
          <a:prstGeom prst="line">
            <a:avLst/>
          </a:prstGeom>
          <a:noFill/>
          <a:ln w="31750">
            <a:solidFill>
              <a:srgbClr val="E14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063240"/>
            <a:ext cx="457200" cy="457200"/>
          </a:xfrm>
          <a:prstGeom prst="ellipse">
            <a:avLst/>
          </a:prstGeom>
          <a:solidFill>
            <a:srgbClr val="F4A02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024"/>
                </a:solidFill>
              </a:rPr>
              <a:t>Hafta 1-2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Icerik Uretimi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4414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Gorsel batch pipeline + 12 dile ceviri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3063240"/>
            <a:ext cx="457200" cy="457200"/>
          </a:xfrm>
          <a:prstGeom prst="ellipse">
            <a:avLst/>
          </a:prstGeom>
          <a:solidFill>
            <a:srgbClr val="3E8E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3611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</a:rPr>
              <a:t>Hafta 3-4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Beta Programi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43616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TestFlight ile 100 tester, bug ayiklama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3063240"/>
            <a:ext cx="457200" cy="457200"/>
          </a:xfrm>
          <a:prstGeom prst="ellipse">
            <a:avLst/>
          </a:prstGeom>
          <a:solidFill>
            <a:srgbClr val="4A7A9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916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9C"/>
                </a:solidFill>
              </a:rPr>
              <a:t>Hafta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Magaza Yayini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4414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App Store + Google Play onay sureci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784080" y="3063240"/>
            <a:ext cx="457200" cy="457200"/>
          </a:xfrm>
          <a:prstGeom prst="ellipse">
            <a:avLst/>
          </a:prstGeom>
          <a:solidFill>
            <a:srgbClr val="E1432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611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97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4328"/>
                </a:solidFill>
              </a:rPr>
              <a:t>Hafta 6+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Lansman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43616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Pazarlama kampanyasi, buyume optimizasyonu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4328"/>
                </a:solidFill>
              </a:rPr>
              <a:t>Tahmini toplam pazara cikis suresi: 6 hafta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6E5C"/>
                </a:solidFill>
              </a:rPr>
              <a:t>Ilk 30 gun hedefi:  10.000 indirme   ·   250 premium abone   ·   4.3+ puan ortalamasi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9144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🍳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Mutfakta yapay zeka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cagi basliyor.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024"/>
                </a:solidFill>
              </a:rPr>
              <a:t>Gizem Tarif - buzdolabindan sofraya, akillica.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08960" y="4389120"/>
            <a:ext cx="5943600" cy="914400"/>
          </a:xfrm>
          <a:prstGeom prst="roundRect">
            <a:avLst>
              <a:gd name="adj" fmla="val 50000"/>
            </a:avLst>
          </a:prstGeom>
          <a:solidFill>
            <a:srgbClr val="E14328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0" y="4526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Urun production'a hazir · Pazara cikis: 6 hafta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9578"/>
                </a:solidFill>
              </a:rPr>
              <a:t>🌐  mysteryrecipe.app        📧  destek@mysteryrecipe.app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4328"/>
                </a:solidFill>
                <a:latin typeface="Inter"/>
              </a:rPr>
              <a:t>ÜRÜNÜN ARKAS — OPERASYON GÜCÜ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2180F"/>
                </a:solidFill>
                <a:latin typeface="Georgia"/>
              </a:rPr>
              <a:t>Admin Panel — Tüm Operasyonun Tek Merkezi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D6E5C"/>
                </a:solidFill>
                <a:latin typeface="Inter"/>
              </a:rPr>
              <a:t>Tarif yönetimi, push kampanyalar, kullanıcı ve abonelik, analytics, görsel pipeline — hepsi tek panelden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22180F"/>
                </a:solidFill>
                <a:latin typeface="Inter"/>
              </a:rPr>
              <a:t>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14328"/>
                </a:solidFill>
                <a:latin typeface="Inter"/>
              </a:rPr>
              <a:t>TARİF YÖNETİMİ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39" y="324612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2500+ tarif CRUD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JSON içe/dışa aktar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Çeviri tetikleme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651760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22180F"/>
                </a:solidFill>
                <a:latin typeface="Inter"/>
              </a:rPr>
              <a:t>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14328"/>
                </a:solidFill>
                <a:latin typeface="Inter"/>
              </a:rPr>
              <a:t>PUSH KAMPANYALAR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4612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13 dilde lokalize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Segment hedefleme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Metrik takip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22180F"/>
                </a:solidFill>
                <a:latin typeface="Inter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4709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14328"/>
                </a:solidFill>
                <a:latin typeface="Inter"/>
              </a:rPr>
              <a:t>KULLANICI YÖNETİMİ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51206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Premium grant/revoke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Ban, hesap silme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KVKK uyumlu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526280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22180F"/>
                </a:solidFill>
                <a:latin typeface="Inter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709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14328"/>
                </a:solidFill>
                <a:latin typeface="Inter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1206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DAU, MRR, retention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8 adımlı funnel</a:t>
            </a:r>
          </a:p>
          <a:p>
            <a:pPr algn="l"/>
            <a:r>
              <a:rPr sz="1100" b="0">
                <a:solidFill>
                  <a:srgbClr val="22180F"/>
                </a:solidFill>
                <a:latin typeface="Inter"/>
              </a:rPr>
              <a:t>24+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024"/>
                </a:solidFill>
                <a:latin typeface="Inter"/>
              </a:rPr>
              <a:t>Next.js 14 · TypeScript · Firebase Admin SDK · Tailwind CSS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1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A024"/>
                </a:solidFill>
                <a:latin typeface="Inter"/>
              </a:rPr>
              <a:t>STRATEJİK DEĞER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Ürünün arkasındaki gizli güç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3E0"/>
                </a:solidFill>
                <a:latin typeface="Inter"/>
              </a:rPr>
              <a:t>Admin panel sadece bir yönetim aracı değil — rekabet avantajıdır.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651760" cy="2743200"/>
          </a:xfrm>
          <a:prstGeom prst="roundRect">
            <a:avLst/>
          </a:prstGeom>
          <a:solidFill>
            <a:srgbClr val="2A2118"/>
          </a:solidFill>
          <a:ln w="12700">
            <a:solidFill>
              <a:srgbClr val="4A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180F"/>
                </a:solidFill>
                <a:latin typeface="Inter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4A024"/>
                </a:solidFill>
                <a:latin typeface="Inter"/>
              </a:rPr>
              <a:t>10x HIZ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İçerik güncelleme:</a:t>
            </a:r>
          </a:p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15 dk → 30 sn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834640"/>
            <a:ext cx="2651760" cy="2743200"/>
          </a:xfrm>
          <a:prstGeom prst="roundRect">
            <a:avLst/>
          </a:prstGeom>
          <a:solidFill>
            <a:srgbClr val="2A2118"/>
          </a:solidFill>
          <a:ln w="12700">
            <a:solidFill>
              <a:srgbClr val="4A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180F"/>
                </a:solidFill>
                <a:latin typeface="Inter"/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4A024"/>
                </a:solidFill>
                <a:latin typeface="Inter"/>
              </a:rPr>
              <a:t>ÖLÇEKLENEBİLİR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572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1 founder → 20 kişilik</a:t>
            </a:r>
          </a:p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ekibe sorunsuz geçiş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2651760" cy="2743200"/>
          </a:xfrm>
          <a:prstGeom prst="roundRect">
            <a:avLst/>
          </a:prstGeom>
          <a:solidFill>
            <a:srgbClr val="2A2118"/>
          </a:solidFill>
          <a:ln w="12700">
            <a:solidFill>
              <a:srgbClr val="4A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180F"/>
                </a:solidFill>
                <a:latin typeface="Inter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4A024"/>
                </a:solidFill>
                <a:latin typeface="Inter"/>
              </a:rPr>
              <a:t>VERİ ODAKLI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72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Anlık A/B testler</a:t>
            </a:r>
          </a:p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+ Remote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834640"/>
            <a:ext cx="2651760" cy="2743200"/>
          </a:xfrm>
          <a:prstGeom prst="roundRect">
            <a:avLst/>
          </a:prstGeom>
          <a:solidFill>
            <a:srgbClr val="2A2118"/>
          </a:solidFill>
          <a:ln w="12700">
            <a:solidFill>
              <a:srgbClr val="4A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3108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180F"/>
                </a:solidFill>
                <a:latin typeface="Inter"/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4A024"/>
                </a:solidFill>
                <a:latin typeface="Inter"/>
              </a:rP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572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KVKK uyumlu</a:t>
            </a:r>
          </a:p>
          <a:p>
            <a:pPr algn="ctr"/>
            <a:r>
              <a:rPr sz="1200" b="0">
                <a:solidFill>
                  <a:srgbClr val="FFF3E0"/>
                </a:solidFill>
                <a:latin typeface="Inter"/>
              </a:rPr>
              <a:t>audit log her şey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4A024"/>
                </a:solidFill>
                <a:latin typeface="Inter"/>
              </a:rPr>
              <a:t>Maliyet: aylık ~$4 ek · admin.pratiktarifler.app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4328"/>
                </a:solidFill>
                <a:latin typeface="Inter"/>
              </a:rPr>
              <a:t>10 ANA YETENEK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2180F"/>
                </a:solidFill>
                <a:latin typeface="Georgia"/>
              </a:rPr>
              <a:t>Admin paneli — eksiksiz özellik listesi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996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Dashboard — 8 KPI + trend grafiği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07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986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Tarif yönetimi — CRUD + bulk + çeviri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675887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673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Kullanıcı yönetimi — Premium grant, ban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5445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3600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Push bildirim — segment + zamanlama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0352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4132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50468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Görsel pipeline — 5 kaynaklı, AI onay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385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2996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Duyuru &amp; ipucu — 4 tür, 3 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9748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807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Analytics — 24+ KPI + funnel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6616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675887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7673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Destek talepleri — ticket sistemi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43484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5445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🎛️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3600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Remote Config &amp; A/B test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03520"/>
            <a:ext cx="5440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4132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180F"/>
                </a:solidFill>
                <a:latin typeface="Inter"/>
              </a:rPr>
              <a:t>⚙️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50468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180F"/>
                </a:solidFill>
                <a:latin typeface="Inter"/>
              </a:rPr>
              <a:t>RBAC + Audit log + Settings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D6E5C"/>
                </a:solidFill>
                <a:latin typeface="Inter"/>
              </a:rPr>
              <a:t>Hepsi v1.0'da hazır. v1.1'de realtime updates ve bulk işlemler.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Gizem Tarif - Urun Sunumu</dc:title>
  <dc:subject>PptxGenJS Presentation</dc:subject>
  <dc:creator>Gizem Tarif</dc:creator>
  <cp:lastModifiedBy>Gizem Tarif</cp:lastModifiedBy>
  <cp:revision>1</cp:revision>
  <dcterms:created xsi:type="dcterms:W3CDTF">2026-05-20T06:24:12Z</dcterms:created>
  <dcterms:modified xsi:type="dcterms:W3CDTF">2026-05-20T06:24:12Z</dcterms:modified>
</cp:coreProperties>
</file>